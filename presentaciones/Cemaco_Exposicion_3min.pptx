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 type="screen16x9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emaco">
  <a:themeElements>
    <a:clrScheme name="Cemaco">
      <a:dk1>
        <a:srgbClr val="173044"/>
      </a:dk1>
      <a:lt1>
        <a:srgbClr val="FFFFFF"/>
      </a:lt1>
      <a:dk2>
        <a:srgbClr val="103D30"/>
      </a:dk2>
      <a:lt2>
        <a:srgbClr val="F7F9F6"/>
      </a:lt2>
      <a:accent1>
        <a:srgbClr val="127347"/>
      </a:accent1>
      <a:accent2>
        <a:srgbClr val="E7B452"/>
      </a:accent2>
      <a:accent3>
        <a:srgbClr val="52665B"/>
      </a:accent3>
      <a:accent4>
        <a:srgbClr val="ADCDB6"/>
      </a:accent4>
      <a:accent5>
        <a:srgbClr val="7E9F8A"/>
      </a:accent5>
      <a:accent6>
        <a:srgbClr val="DCE8DE"/>
      </a:accent6>
      <a:hlink>
        <a:srgbClr val="127347"/>
      </a:hlink>
      <a:folHlink>
        <a:srgbClr val="52665B"/>
      </a:folHlink>
    </a:clrScheme>
    <a:fontScheme name="Cemac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emaco">
      <a:fillStyleLst>
        <a:solidFill>
          <a:schemeClr val="accent1"/>
        </a:solidFill>
        <a:solidFill>
          <a:schemeClr val="accent1"/>
        </a:solidFill>
        <a:solidFill>
          <a:schemeClr val="accent1"/>
        </a:solidFill>
      </a:fillStyleLst>
      <a:lnStyleLst>
        <a:ln w="9525">
          <a:solidFill>
            <a:schemeClr val="accent1"/>
          </a:solidFill>
          <a:prstDash val="solid"/>
        </a:ln>
        <a:ln w="9525">
          <a:solidFill>
            <a:schemeClr val="accent1"/>
          </a:solidFill>
          <a:prstDash val="solid"/>
        </a:ln>
        <a:ln w="9525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1"/>
        </a:solidFill>
        <a:solidFill>
          <a:schemeClr val="lt1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Cemaco</Application>
  <Slides>3</Slides>
  <PresentationFormat>On-screen Show (16:9)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Cemaco exposicion</dc:title>
  <dc:creator>Proyecto Grupo 3</dc:creator>
  <dcterms:created xsi:type="dcterms:W3CDTF">2026-10-29T16:47:56Z</dcterms:created>
</cp:coreProperties>
</file>